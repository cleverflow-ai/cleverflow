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Planet History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Overview of Our Planet's Evolution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Formation of the Solar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Around 4.6 billion years ago, the Solar System formed from a cloud of gas and dust.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Accretion of Planetary Bodies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Planetesimals collided and stuck together, forming the early planets.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Hadean Eon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Earth was extremely hot with a molten surface and frequent asteroid impacts.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Formation of the Moon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Mars-sized body collided with Earth, and debris formed the Moon.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Archean Eon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Earth's crust cooled and oceans formed; early microbial life appeared.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Proterozoic Eon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Oxygen started to accumulate in the atmosphere; more complex life forms evolved.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Phanerozoic Eon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Major diversification of life occurred, including the Cambrian Explosion.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 of Dinosaurs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Dinosaurs dominated the planet during the Mesozoic era.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 Extinction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Earth experienced several mass extinctions that reshaped life.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Rise of Mammals and Humans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After the dinosaurs, mammals thrived, eventually leading to the rise of humans.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